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459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RHEL 9 Platform Scanning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Process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2880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6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Rapid7 Insight Agent — Non-Internet-Facing Vault Servers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Eight ML1 &amp; ML2 Actions, Stakeholders &amp; Governance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766560" y="1188720"/>
            <a:ext cx="2103120" cy="2560320"/>
          </a:xfrm>
          <a:prstGeom prst="rect">
            <a:avLst/>
          </a:prstGeom>
          <a:solidFill>
            <a:srgbClr val="1E2527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13258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CC5CE"/>
                </a:solidFill>
              </a:rPr>
              <a:t>Scope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RHEL 9 OS-layer only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CC5CE"/>
                </a:solidFill>
              </a:rPr>
              <a:t>Vault Classification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7BEAE"/>
                </a:solidFill>
              </a:rPr>
              <a:t>Non-Internet-Facing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CC5CE"/>
                </a:solidFill>
              </a:rPr>
              <a:t>Scanning Tool</a:t>
            </a:r>
            <a:endParaRPr lang="en-US" sz="9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4694C"/>
                </a:solidFill>
              </a:rPr>
              <a:t>Rapid7 Insight Agent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D4694C"/>
                </a:solidFill>
              </a:rPr>
              <a:t>April 2026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52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Vault Business Owner | Platform Scanning Only — Vault Binary Excluded from Rapid7 Scope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Scanning Scope Definition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Insight Agent scans on non-internet-facing Vault RHEL 9 servers — and what is explicitly out of scope.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DFF0E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solidFill>
            <a:srgbClr val="2D7D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90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SCOPE — Rapid7 Insight Agent Covers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9 kernel, kernel-core, kernel-modules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libraries: glibc, systemd, systemd-libs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432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Crypto: openssl, openssl-libs, gnutls, nss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2734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openssh-server, NetworkManager, chrony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SELinux policy, auditd, firewalld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Scripting: python3, curl, sudo, polkit, dbus, bash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3639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lvm2, xfsprogs, device-mapper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3941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RPM-managed packages on the node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4242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RHEL 9 Benchmark L1 (ML1) / L2 (ML2)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AE3D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solidFill>
            <a:srgbClr val="B83A2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6464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206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SCOPE — Not Covered by Rapid7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3776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binary CVEs (HCSEC advisories)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937760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binary version detection (standalone)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937760" y="2432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Go runtime CVEs in Vault binary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937760" y="2734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plugin CVEs (external binaries)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93776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 binary CVEs (if standalone)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93776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 analysis (port 8200/8201)*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937760" y="3639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security headers on Vault API*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93776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TLS/header checks require supplementary scan engine (network-perspective)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8F0DA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nodes are NON-INTERNET-FACING. ISM-1702 applies (fortnightly scan, 1-month patch SLA at ML1, 48h critical at ML2).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Scanning Process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9 platform scanning lifecycle for non-internet-facing Vault nodes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109728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1704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Collects RPM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Agent on each Vault node collects full RPM package inventory, process list, network connections, system info.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— Every 6 hours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80360" y="164592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5361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97280"/>
            <a:ext cx="64008" cy="1097280"/>
          </a:xfrm>
          <a:prstGeom prst="rect">
            <a:avLst/>
          </a:prstGeom>
          <a:solidFill>
            <a:srgbClr val="2A5FA8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1704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11704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Cloud-Side Assessment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1444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Rapid7 Platform matches RPM versions against RHSA advisory database. Generates CVE findings with Active Risk scoring.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938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— Minutes after receipt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06440" y="164592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5361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97280"/>
            <a:ext cx="64008" cy="1097280"/>
          </a:xfrm>
          <a:prstGeom prst="rect">
            <a:avLst/>
          </a:prstGeom>
          <a:solidFill>
            <a:srgbClr val="2A5FA8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1704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11704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InsightVM Console Sync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14447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pulls agent findings from Platform. Vulnerability data available for dashboards, reports, remediation projects.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938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— Every 2 hours sync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80560" y="2240280"/>
            <a:ext cx="0" cy="22860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23774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</a:rPr>
              <a:t>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60604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606040"/>
            <a:ext cx="64008" cy="109728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679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Evidence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2953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generates E8 compliance report: scan frequency, patch SLA rates, CIS scores. Archives for audit trail.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34472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GRC — Monthly report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80360" y="315468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30449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</a:rPr>
              <a:t>▶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0" y="260604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2606040"/>
            <a:ext cx="64008" cy="109728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38" name="Text 36"/>
          <p:cNvSpPr/>
          <p:nvPr/>
        </p:nvSpPr>
        <p:spPr>
          <a:xfrm>
            <a:off x="3337560" y="2679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0" y="2679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Auto-Validates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2953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re-collects RPM within 6h of patch. Cloud re-assesses. If CVE persists → ticket reopened. If resolved → ticket closed.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37560" y="34472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— Within 6 hours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806440" y="315468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30449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</a:rPr>
              <a:t>▶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26480" y="260604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2606040"/>
            <a:ext cx="64008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26791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583680" y="2679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 &amp; Remediate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83680" y="29535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triages findings. Jira ticket auto-created. Platform Eng patches via Ansible. Rolling deployment serial=1.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63640" y="34472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SECOPS + PLATFORM ENG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3931920"/>
            <a:ext cx="8549640" cy="411480"/>
          </a:xfrm>
          <a:prstGeom prst="rect">
            <a:avLst/>
          </a:prstGeom>
          <a:solidFill>
            <a:srgbClr val="F8F0D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ISM-1702: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Non-internet-facing servers require fortnightly vulnerability scanning. Agent exceeds this with 4× daily (every 6h). ML1 patch SLA: 1 month. ML2 patch SLA: 48h for critical CVEs.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Maturity Level 1 — Process Actions for Non-Internet-Facing Vault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645920"/>
                <a:gridCol w="137160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SLA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scans RHEL 9 OS packages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6h (exceeds fortnightly ISM-1702)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(Insight Agent)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ISM-1702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scans security products (SELinux, auditd, firewalld)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6h (exceeds weekly ISM-1699)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(Insight Agent)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2-week patching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ISM-1699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asset discovery via agent registration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6h (exceeds fortnightly ISM-1807)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(Insight Agent)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ISM-1807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RHEL 9 Level 1 benchmark assessment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24h via Endpoint Broker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Eng reviews weekly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High/Critical in 2 weeks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CIS L1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CVE detected → Jira ticket auto-created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detection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Operations triages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month (non-internet-facing ML1)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ISM-1702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applied via Ansible rolling deployment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SLA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Engineering executes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month (all severities at ML1)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ISM-1702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auto-validates patch within 6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collection cycle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(Agent + Platform)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Validation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compliance report generated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 generates, CISO reviews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Evidence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DFF0E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ML1 Key Point: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Non-internet-facing Vault nodes have a 1-month patching SLA for ALL severities at ML1. This is the most relaxed E8 timeframe.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Maturity Level 2 — What Changes for Non-Internet-Facing Vault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ML1 actions carry forward. ML2 adds or tightens these: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54864" cy="530352"/>
          </a:xfrm>
          <a:prstGeom prst="rect">
            <a:avLst/>
          </a:prstGeom>
          <a:solidFill>
            <a:srgbClr val="B83A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CVE patch SLA tightened to 48 hours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month (ML1) → 48 hours (ML2)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91840" y="128016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patch procedure now applies to non-internet-facing Vault nodes for critical CVEs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0" y="12801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Eng + Vault Admin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530352"/>
          </a:xfrm>
          <a:prstGeom prst="rect">
            <a:avLst/>
          </a:prstGeom>
          <a:solidFill>
            <a:srgbClr val="F8F7F3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874520"/>
            <a:ext cx="54864" cy="530352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scan of ALL other applications (ISM-1700)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required (ML1) → Fortnightly (ML2)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91840" y="18745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already scans all RPMs every 6h — no configuration change needed. Compliance reporting scope expands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0" y="18745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Operations (verify scope)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468880"/>
            <a:ext cx="54864" cy="530352"/>
          </a:xfrm>
          <a:prstGeom prst="rect">
            <a:avLst/>
          </a:prstGeom>
          <a:solidFill>
            <a:srgbClr val="2A5FA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RHEL 9 Level 2 benchmark replaces Level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724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 Level 1 (ML1) → CIS Level 2 (ML2)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24688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hardening controls must be remediated. Endpoint Broker already collects — assessment scope expands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24688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Engineering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8595360" cy="530352"/>
          </a:xfrm>
          <a:prstGeom prst="rect">
            <a:avLst/>
          </a:prstGeom>
          <a:solidFill>
            <a:srgbClr val="F8F7F3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063240"/>
            <a:ext cx="54864" cy="530352"/>
          </a:xfrm>
          <a:prstGeom prst="rect">
            <a:avLst/>
          </a:prstGeom>
          <a:solidFill>
            <a:srgbClr val="9A6B1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control (fapolicyd) verified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319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required (ML1) → Required for internet-facing (ML2)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91840" y="30632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Vault node is reclassified as internet-facing, fapolicyd must be deployed and verified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30632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Eng + Security Architecture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657600"/>
            <a:ext cx="54864" cy="530352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protection verification added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required (ML1) → Weekly verification (ML2)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91840" y="36576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audit logs and agent logs must be protected from unauthorised modification — immutability controls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36576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Eng + SRE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8595360" cy="530352"/>
          </a:xfrm>
          <a:prstGeom prst="rect">
            <a:avLst/>
          </a:prstGeom>
          <a:solidFill>
            <a:srgbClr val="F8F7F3"/>
          </a:solidFill>
          <a:ln/>
        </p:spPr>
      </p:sp>
      <p:sp>
        <p:nvSpPr>
          <p:cNvPr id="37" name="Shape 35"/>
          <p:cNvSpPr/>
          <p:nvPr/>
        </p:nvSpPr>
        <p:spPr>
          <a:xfrm>
            <a:off x="274320" y="4251960"/>
            <a:ext cx="54864" cy="530352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review evidence collection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507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required (ML1) → Fortnightly export (ML2)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91840" y="425196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export of privileged account access from InsightIDR for compliance evidence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75120" y="42519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GRC + Security Operations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ML2 Critical Change: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Non-internet-facing critical CVE SLA tightens from 1 month to 48 hours. This is the single biggest operational impact of the ML1→ML2 transition.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Vulnerability Response Process — Non-Internet-Facing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from agent detection to validated remediation with stakeholder handoffs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09728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24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124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Detects CVE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3990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collection cycle identifies vulnerable package version. Finding generated with CVSS + Active Risk score.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 Agent (auto)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9184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Within 6h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31720"/>
            <a:ext cx="64008" cy="1097280"/>
          </a:xfrm>
          <a:prstGeom prst="rect">
            <a:avLst/>
          </a:prstGeom>
          <a:solidFill>
            <a:srgbClr val="2A5FA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4048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4048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 by E8 Category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791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InsightVM auto-classifies: OS package (ISM-1702), security product (ISM-1699), or other app (ISM-1700 ML2).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172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InsightVM (auto)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Immediate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11880"/>
            <a:ext cx="64008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685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6850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Determine SLA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593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ML1: 1 month all severities.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ML2: 48h critical, 1 month non-critical.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 auto-created with deadline.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4453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InsightVM → Jira (auto)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184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Immediate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846320" y="10515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051560"/>
            <a:ext cx="64008" cy="1097280"/>
          </a:xfrm>
          <a:prstGeom prst="rect">
            <a:avLst/>
          </a:prstGeom>
          <a:solidFill>
            <a:srgbClr val="9A6B1A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124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1124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SecOps Triage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13990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triage: review findings, validate severity, assign to Platform Eng. Critical CVEs at ML2: immediate PagerDuty.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1892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Operations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6384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 / immediate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46320" y="233172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331720"/>
            <a:ext cx="64008" cy="1097280"/>
          </a:xfrm>
          <a:prstGeom prst="rect">
            <a:avLst/>
          </a:prstGeom>
          <a:solidFill>
            <a:srgbClr val="2A5FA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24048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24048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Eng Patches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26791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staging → Ansible rolling deployment (serial=1). Verify vault status after each node. No cluster downtime.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83480" y="3172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Engineering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6384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SLA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846320" y="361188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611880"/>
            <a:ext cx="64008" cy="109728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685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03520" y="36850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Validates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39593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6h collection confirms new RPM version. Cloud re-assesses. CVE resolved → ticket closed. Persists → reopened.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83480" y="4453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 Agent (auto)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Within 6h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377440" y="2194560"/>
            <a:ext cx="0" cy="22860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</a:rPr>
              <a:t>▼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377440" y="3474720"/>
            <a:ext cx="0" cy="22860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0" y="3611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</a:rPr>
              <a:t>▼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26280" y="160020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14904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</a:rPr>
              <a:t>▶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49440" y="2194560"/>
            <a:ext cx="0" cy="22860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</a:rPr>
              <a:t>▼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949440" y="3474720"/>
            <a:ext cx="0" cy="22860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0" y="3611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5042"/>
                </a:solidFill>
              </a:rPr>
              <a:t>▼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 Path: ML1 vs ML2 Comparison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ML1 — Non-Internet-Facing (1-Month SLA)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solidFill>
            <a:srgbClr val="E0EA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detected. P3 Jira ticket created.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105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8105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triage in weekly review session.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8105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Operations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4114800" cy="457200"/>
          </a:xfrm>
          <a:prstGeom prst="rect">
            <a:avLst/>
          </a:prstGeom>
          <a:solidFill>
            <a:srgbClr val="E0EAF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3408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3408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 schedules patch for maintenance window.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23408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Engineering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871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2871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applied. Agent validates within 6h.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2871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Eng + Agent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4114800" cy="457200"/>
          </a:xfrm>
          <a:prstGeom prst="rect">
            <a:avLst/>
          </a:prstGeom>
          <a:solidFill>
            <a:srgbClr val="F8F0D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401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4015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warning if not resolved → Slack to SecOps Manager.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SecOps Manager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4114800" cy="457200"/>
          </a:xfrm>
          <a:prstGeom prst="rect">
            <a:avLst/>
          </a:prstGeom>
          <a:solidFill>
            <a:srgbClr val="FAE3D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breach. Risk acceptance with CISO if unresolved.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3931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CISO + GRC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822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ML2 — Non-Internet-Facing CRITICAL (48h SLA)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solidFill>
            <a:srgbClr val="FAE3DF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3212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CVE detected. P1 Jira + PagerDuty alert.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+ PagerDuty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1810512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18105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T+4h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32120" y="18105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 tests patch on staging (2h fast-track).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80960" y="18105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Engineering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2340864"/>
            <a:ext cx="4114800" cy="457200"/>
          </a:xfrm>
          <a:prstGeom prst="rect">
            <a:avLst/>
          </a:prstGeom>
          <a:solidFill>
            <a:srgbClr val="FAE3D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23408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T+8h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32120" y="23408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deployment to production. vault status per node.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80960" y="23408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Eng + SRE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2871216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2871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T+14h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32120" y="2871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validates patch. CVE should be resolved.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80960" y="28712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(Agent)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0" y="3401568"/>
            <a:ext cx="4114800" cy="457200"/>
          </a:xfrm>
          <a:prstGeom prst="rect">
            <a:avLst/>
          </a:prstGeom>
          <a:solidFill>
            <a:srgbClr val="F8F0DA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3401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T+24h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32120" y="34015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warning → Slack to SecOps Manager + Platform Lead.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8096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SecOps Manager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54880" y="3931920"/>
            <a:ext cx="4114800" cy="457200"/>
          </a:xfrm>
          <a:prstGeom prst="rect">
            <a:avLst/>
          </a:prstGeom>
          <a:solidFill>
            <a:srgbClr val="FAE3DF"/>
          </a:solidFill>
          <a:ln/>
        </p:spPr>
      </p:sp>
      <p:sp>
        <p:nvSpPr>
          <p:cNvPr id="52" name="Text 50"/>
          <p:cNvSpPr/>
          <p:nvPr/>
        </p:nvSpPr>
        <p:spPr>
          <a:xfrm>
            <a:off x="484632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T+48h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3212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breach. CISO-signed risk acceptance required.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80960" y="3931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CISO + GRC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</a:t>
            </a:r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ML1 has a relaxed 1-month SLA with weekly triage. ML2 triggers PagerDuty immediately for critical CVEs with a 48-hour hard deadline. This is the most significant operational change in the ML1→ML2 transition for non-internet-facing nodes.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Ownership 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in the scanning process — RACI for non-internet-facing Vault RHEL 9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914400"/>
                <a:gridCol w="91440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deployment &amp; config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health 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 triage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RHEL 9 OS patch remediation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benchmark remediation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exception / risk acceptance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update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E8 compliance reporting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A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8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(does the work)    A = Accountable (approves/owns)    C = Consulted    I = Informed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Review Cadence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68680"/>
            <a:ext cx="54864" cy="475488"/>
          </a:xfrm>
          <a:prstGeom prst="rect">
            <a:avLst/>
          </a:prstGeom>
          <a:solidFill>
            <a:srgbClr val="B83A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8686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health check — all nodes reporting, resource consumption within limits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8686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(automated + Grafana)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8595360" cy="475488"/>
          </a:xfrm>
          <a:prstGeom prst="rect">
            <a:avLst/>
          </a:prstGeom>
          <a:solidFill>
            <a:srgbClr val="F8F7F3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417320"/>
            <a:ext cx="54864" cy="4754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14173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triage — review all new findings, classify, create Jira tickets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14173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1965960"/>
            <a:ext cx="54864" cy="47548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9659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19659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RHEL 9 benchmark review — investigate failures, create remediation tickets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19659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8595360" cy="475488"/>
          </a:xfrm>
          <a:prstGeom prst="rect">
            <a:avLst/>
          </a:prstGeom>
          <a:solidFill>
            <a:srgbClr val="F8F7F3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514600"/>
            <a:ext cx="54864" cy="475488"/>
          </a:xfrm>
          <a:prstGeom prst="rect">
            <a:avLst/>
          </a:prstGeom>
          <a:solidFill>
            <a:srgbClr val="2A5FA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146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25146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compliance report — scan frequency, patch SLA rates, CIS scores, evidence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25146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→ CISO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063240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063240"/>
            <a:ext cx="54864" cy="47548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632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30632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maturity self-assessment — gap analysis, ML1→ML2 readiness, roadmap update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30632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8595360" cy="475488"/>
          </a:xfrm>
          <a:prstGeom prst="rect">
            <a:avLst/>
          </a:prstGeom>
          <a:solidFill>
            <a:srgbClr val="F8F7F3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611880"/>
            <a:ext cx="54864" cy="47548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118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Quarterly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6118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update validation review — confirm staging→production gate functioning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36118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160520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4160520"/>
            <a:ext cx="54864" cy="475488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160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463040" y="41605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E8 audit by external assessor — evidence review, maturity rating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0" y="41605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+ all teams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66928"/>
          </a:xfrm>
          <a:prstGeom prst="rect">
            <a:avLst/>
          </a:prstGeom>
          <a:solidFill>
            <a:srgbClr val="1E252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566928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881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601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RHEL 9 platform only — Vault binary, Go runtime, and plugin CVEs are explicitly out of Rapid7 scope and handled by separate HCSEC pipeline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618488"/>
            <a:ext cx="8412480" cy="566928"/>
          </a:xfrm>
          <a:prstGeom prst="rect">
            <a:avLst/>
          </a:prstGeom>
          <a:solidFill>
            <a:srgbClr val="1E2527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1618488"/>
            <a:ext cx="54864" cy="566928"/>
          </a:xfrm>
          <a:prstGeom prst="rect">
            <a:avLst/>
          </a:prstGeom>
          <a:solidFill>
            <a:srgbClr val="2D7D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650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61848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nodes are non-internet-facing — ISM-1702 applies. Agent exceeds the fortnightly scanning requirement with 4× daily collection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276856"/>
            <a:ext cx="8412480" cy="566928"/>
          </a:xfrm>
          <a:prstGeom prst="rect">
            <a:avLst/>
          </a:prstGeom>
          <a:solidFill>
            <a:srgbClr val="1E2527"/>
          </a:solidFill>
          <a:ln/>
        </p:spPr>
      </p:sp>
      <p:sp>
        <p:nvSpPr>
          <p:cNvPr id="13" name="Shape 9"/>
          <p:cNvSpPr/>
          <p:nvPr/>
        </p:nvSpPr>
        <p:spPr>
          <a:xfrm>
            <a:off x="365760" y="2276856"/>
            <a:ext cx="54864" cy="566928"/>
          </a:xfrm>
          <a:prstGeom prst="rect">
            <a:avLst/>
          </a:prstGeom>
          <a:solidFill>
            <a:srgbClr val="2D7D4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0487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27685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ML1 patch SLA: 1 month for all severities. Relaxed cadence with weekly triage and standard maintenance windows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2935224"/>
            <a:ext cx="8412480" cy="566928"/>
          </a:xfrm>
          <a:prstGeom prst="rect">
            <a:avLst/>
          </a:prstGeom>
          <a:solidFill>
            <a:srgbClr val="1E2527"/>
          </a:solidFill>
          <a:ln/>
        </p:spPr>
      </p:sp>
      <p:sp>
        <p:nvSpPr>
          <p:cNvPr id="17" name="Shape 12"/>
          <p:cNvSpPr/>
          <p:nvPr/>
        </p:nvSpPr>
        <p:spPr>
          <a:xfrm>
            <a:off x="365760" y="2935224"/>
            <a:ext cx="54864" cy="566928"/>
          </a:xfrm>
          <a:prstGeom prst="rect">
            <a:avLst/>
          </a:prstGeom>
          <a:solidFill>
            <a:srgbClr val="B83A2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293522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ML2 critical change: patch SLA tightens to 48 hours for critical CVEs. Requires PagerDuty alerting and emergency patch procedure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65760" y="3593592"/>
            <a:ext cx="8412480" cy="566928"/>
          </a:xfrm>
          <a:prstGeom prst="rect">
            <a:avLst/>
          </a:prstGeom>
          <a:solidFill>
            <a:srgbClr val="1E2527"/>
          </a:solidFill>
          <a:ln/>
        </p:spPr>
      </p:sp>
      <p:sp>
        <p:nvSpPr>
          <p:cNvPr id="21" name="Shape 15"/>
          <p:cNvSpPr/>
          <p:nvPr/>
        </p:nvSpPr>
        <p:spPr>
          <a:xfrm>
            <a:off x="365760" y="3593592"/>
            <a:ext cx="54864" cy="566928"/>
          </a:xfrm>
          <a:prstGeom prst="rect">
            <a:avLst/>
          </a:prstGeom>
          <a:solidFill>
            <a:srgbClr val="2A5FA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2160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359359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RACI: Platform Eng patches OS, Vault Admin patches Vault binary, SecOps triages, SRE monitors, GRC reports, CISO approves exceptions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1E2527"/>
          </a:solidFill>
          <a:ln/>
        </p:spPr>
      </p:sp>
      <p:sp>
        <p:nvSpPr>
          <p:cNvPr id="25" name="Shape 18"/>
          <p:cNvSpPr/>
          <p:nvPr/>
        </p:nvSpPr>
        <p:spPr>
          <a:xfrm>
            <a:off x="365760" y="4251960"/>
            <a:ext cx="54864" cy="566928"/>
          </a:xfrm>
          <a:prstGeom prst="rect">
            <a:avLst/>
          </a:prstGeom>
          <a:solidFill>
            <a:srgbClr val="1A7A7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79976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60120" y="425196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daily health checks, weekly triage, monthly compliance reports, quarterly maturity assessments, annual professional audit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Platform Engineering deep-dive for Ansible role deployment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ML1 or ML2 target maturity with CISO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agent deployment in staging environment (Week 1)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CC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HCSEC pipeline for Vault binary CVE coverage (parallel workstream)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Business Owner | Security Architecture |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RHEL 9 Platform Scanning Business Process - Non-Internet-Facing Vault</dc:title>
  <dc:subject>PptxGenJS Presentation</dc:subject>
  <dc:creator>Vault Business Owner</dc:creator>
  <cp:lastModifiedBy>Vault Business Owner</cp:lastModifiedBy>
  <cp:revision>1</cp:revision>
  <dcterms:created xsi:type="dcterms:W3CDTF">2026-04-13T01:10:33Z</dcterms:created>
  <dcterms:modified xsi:type="dcterms:W3CDTF">2026-04-13T01:10:33Z</dcterms:modified>
</cp:coreProperties>
</file>